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051560"/>
            <a:ext cx="41148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ACADEMIC MAJOR PROJECT PRESENTATION &amp;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Integrated Multi-Layer Performance Optimization Framework</a:t>
            </a:r>
          </a:p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for Web Applications (IMPOF)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Cross-Layer Distributed Telemetry, Explainable AI Bottleneck Scoring, Machine Learning Anomaly Detection, and Controlled Empirical Performance Engineering Across 5 Architectural Tiers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77639"/>
            <a:ext cx="1036289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0690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Project Domain: Distributed Systems • Application Performance Monitoring (APM) • Cloud &amp; Web Systems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rPr dirty="0"/>
              <a:t>Core Tech Stack: React 18 • Node.js / Express • Python </a:t>
            </a:r>
            <a:r>
              <a:rPr dirty="0" err="1"/>
              <a:t>FastAPI</a:t>
            </a:r>
            <a:r>
              <a:rPr dirty="0"/>
              <a:t> • PostgreSQL 16 • Redis 7.2 • Scikit-Learn •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166360"/>
            <a:ext cx="32918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257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96.1% Latency Reduction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rPr dirty="0"/>
              <a:t>Optimization Gain Index (OGI) through end-to-end multi-layer tuning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5166360"/>
            <a:ext cx="32918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257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23.0x Throughput Scaling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555.6 RPS sustained under 50 concurrent virtual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5166360"/>
            <a:ext cx="32918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525780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Segoe UI"/>
              </a:defRPr>
            </a:pPr>
            <a:r>
              <a:t>ML &amp; Explainable AI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Segoe UI"/>
              </a:defRPr>
            </a:pPr>
            <a:r>
              <a:t>Isolation Forest Anomaly Detection + 0-100 Rule-based Bottleneck Scorer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The 'Siloed Optimization Trap' and Critical Shortcomings in Existing APMs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CORE PROBLEM: Performance optimization in modern web architectures remains fundamentally siloed. An optimized React frontend cannot fix a 700ms unindexed SQL query, nor can an indexed database fix uncompressed network payloads or backend event-loop thread starvation. Existing APM tools fail to provide automated cross-layer causal correlation.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728655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2587752"/>
            <a:ext cx="25603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GAP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32888"/>
            <a:ext cx="7589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Fragmented &amp; Isolated Telemetry Silos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Industry Limitation: Commercial APMs (Datadog, Dynatrace) collect metrics separately per layer. When a latency spike occurs, engineers waste hours triaging whether it is client render jank, network throttles, Node.js event-loop blocking, or DB lock contention.</a:t>
            </a:r>
          </a:p>
          <a:p>
            <a:pPr>
              <a:spcBef>
                <a:spcPts val="2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IMPOF Innovation: Propagates distributed Trace IDs and Span IDs connecting frontend Web Vitals (LCP, INP) directly to backend async threads and SQL query execution plans in a unified waterfall.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10728655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3867912"/>
            <a:ext cx="25603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GAP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13048"/>
            <a:ext cx="7589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Opaque Black-Box AI vs. Explainable Root Cause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Industry Limitation: Enterprise tools rely on opaque AI anomaly alerts without explaining the architectural root cause. DevOps teams cannot trust alerts that do not state why an anomaly triggered or what code/config to modify.</a:t>
            </a:r>
          </a:p>
          <a:p>
            <a:pPr>
              <a:spcBef>
                <a:spcPts val="2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IMPOF Innovation: Transparent dual-engine intelligence: deterministic 0-100 rule-based bottleneck classifier with actionable advice + Scikit-Learn Isolation Forest on multi-dimensional telemetry vectors.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79"/>
            <a:ext cx="10728655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5148071"/>
            <a:ext cx="256032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093207"/>
            <a:ext cx="7589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Absence of Controlled Empirical Verification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Industry Limitation: Performance tuning in enterprise software is largely trial-and-error without statistically controlled Before-vs-After verification under identical simulated concurrent virtual workloads.</a:t>
            </a:r>
          </a:p>
          <a:p>
            <a:pPr>
              <a:spcBef>
                <a:spcPts val="2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IMPOF Innovation: Controlled Experiment Engine computing mathematical Optimization Gain Index (OGI %) and P50-P99 tail latencies under 10-200 concurrent user load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Primary Research Aims &amp; Quantitative Engineering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3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PRIMARY OBJECTIVE</a:t>
            </a:r>
          </a:p>
          <a:p>
            <a:pPr>
              <a:spcBef>
                <a:spcPts val="2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To design, implement, and validate an Integrated Multi-Layer Performance Optimization Framework (IMPOF) that bridges frontend rendering, network transport, backend application runtimes, relational database query plans, and distributed caches into a single explainable, ML-powered, and empirically verifiable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254203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2542032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Obj 1: Cross-Layer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2267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Non-invasive instrumentation across 5 architectural tiers.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Propagation of W3C Trace Context and Span IDs.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Real-time capture of Core Web Vitals (LCP, INP, TTFB), Node.js thread timers, and SQL query latencies.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Unified waterfall timeline correlating frontend jank to database full table scans.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651760"/>
            <a:ext cx="254203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56432" y="2651760"/>
            <a:ext cx="2542032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Obj 2: Explainable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200400"/>
            <a:ext cx="2267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0-100 Weighted Application Health Index combining latency, availability, DB, cache, and host CPU/RAM.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Deterministic 0-100 Bottleneck Classifier eliminating black-box uncertainty.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Immediate heuristic identification of N+1 queries, unindexed filters, connection drops, and payload bloat.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Actionable architectural remediation recommendations.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651760"/>
            <a:ext cx="254203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1344" y="2651760"/>
            <a:ext cx="2542032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Obj 3: ML Anomaly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3200400"/>
            <a:ext cx="2267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Multi-dimensional anomaly detection using Scikit-Learn Isolation Forest.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Feature vector ingestion: [CPU, RAM, API Latency, DB Latency, Error Rate, Cache Hit Ratio].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Continuous anomaly probability score (0.0 to 1.0) and anomaly flagging.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Proactive bottleneck warning before SLA violation.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2651760"/>
            <a:ext cx="254203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06256" y="2651760"/>
            <a:ext cx="2542032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Obj 4: Empirical A/B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3200400"/>
            <a:ext cx="22677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Controlled Experiment Engine with side-by-side Before-vs-After benchmark runs.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Formal calculation of Optimization Gain Index (OGI %) and throughput scaling factors.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Synthetic load generator supporting 10 to 200 concurrent virtual users.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Tail latency profiling (P50, P90, P95, P99) under sustained stress.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3.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Critical Review of Existing Paradigms &amp; Academic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4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21208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1. Commercial APM &amp; Enterprise 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Segoe UI"/>
              </a:defRPr>
            </a:pPr>
            <a:r>
              <a:t>Key Works: Dynatrace, New Relic, Datadog (2018-2023)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Contribution: Industrial standard for distributed system monitoring. Employs proprietary byte-code injection agents across web tiers.</a:t>
            </a:r>
          </a:p>
          <a:p>
            <a:pPr>
              <a:spcBef>
                <a:spcPts val="300"/>
              </a:spcBef>
              <a:defRPr sz="1000" b="1">
                <a:solidFill>
                  <a:srgbClr val="EF4444"/>
                </a:solidFill>
                <a:latin typeface="Segoe UI"/>
              </a:defRPr>
            </a:pPr>
            <a:r>
              <a:t>Limitations: Closed-source, high CPU/RAM agent overhead (3-7%), tier-siloed metrics, and lack of controlled A/B empirical experiment validation with automated optimization gain indices.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50876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8095" y="1508760"/>
            <a:ext cx="521208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2. Distributed Tracing &amp; W3C Trace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194767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Segoe UI"/>
              </a:defRPr>
            </a:pPr>
            <a:r>
              <a:t>Key Works: Google Dapper (Sigcomm), OpenTelemetry / Jaeger (CNCF)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Contribution: Standardized RPC and HTTP request lifecycle tracing using Trace IDs and Span IDs across microservice boundaries.</a:t>
            </a:r>
          </a:p>
          <a:p>
            <a:pPr>
              <a:spcBef>
                <a:spcPts val="300"/>
              </a:spcBef>
              <a:defRPr sz="1000" b="1">
                <a:solidFill>
                  <a:srgbClr val="EF4444"/>
                </a:solidFill>
                <a:latin typeface="Segoe UI"/>
              </a:defRPr>
            </a:pPr>
            <a:r>
              <a:t>Limitations: Focuses exclusively on trace collection and visualization; does not provide automated bottleneck root-cause classification, health scoring, or multi-layer optimization synthesis.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21208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3. Database Query &amp; Connection Pool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Segoe UI"/>
              </a:defRPr>
            </a:pPr>
            <a:r>
              <a:t>Key Works: Stonebraker et al., PostgreSQL/MySQL Query Optimization Literature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Contribution: Pioneered B-Tree composite indexing, query execution plan cost estimation, and connection pooling (HikariCP / pgBouncer).</a:t>
            </a:r>
          </a:p>
          <a:p>
            <a:pPr>
              <a:spcBef>
                <a:spcPts val="300"/>
              </a:spcBef>
              <a:defRPr sz="1000" b="1">
                <a:solidFill>
                  <a:srgbClr val="EF4444"/>
                </a:solidFill>
                <a:latin typeface="Segoe UI"/>
              </a:defRPr>
            </a:pPr>
            <a:r>
              <a:t>Limitations: Evaluates database performance in complete isolation from client-side network latency, frontend rendering DOM overhead, and backend DTO serialization bloat.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393192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8095" y="3931920"/>
            <a:ext cx="521208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4. Machine Learning &amp; AIOps for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0975" y="437083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Segoe UI"/>
              </a:defRPr>
            </a:pPr>
            <a:r>
              <a:t>Key Works: Liu et al. (Isolation Forest), Candido et al. (AIOps Anomalies)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Contribution: Applied tree-based isolation and unsupervised autoencoders to detect system metrics anomalies and degradation.</a:t>
            </a:r>
          </a:p>
          <a:p>
            <a:pPr>
              <a:spcBef>
                <a:spcPts val="300"/>
              </a:spcBef>
              <a:defRPr sz="1000" b="1">
                <a:solidFill>
                  <a:srgbClr val="EF4444"/>
                </a:solidFill>
                <a:latin typeface="Segoe UI"/>
              </a:defRPr>
            </a:pPr>
            <a:r>
              <a:t>Limitations: Most AIOps systems act as opaque black-boxes; they flag anomalies on CPU/RAM but fail to explain application-level root causes (e.g., missing index vs uncompressed payload).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3.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Feature &amp; Capability Comparison Matrix: Existing Solutions vs. Proposed IMPOF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5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Architectural Feature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Commercial APM (Datadog/Dynatrace)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Distributed Tracing (Jaeger/OTel)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Prometheus + Grafana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Database Profilers (pg_stat)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Proposed IMPOF Framework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Cross-Layer Causal Correlation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Partial (Tier Silos)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Manual Traces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 (Metrics 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 (DB 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(5-Layer Unified)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Explainable 0-100 Scoring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 (Opaque Heuristics)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(Rule-based &amp; Open)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Multi-Dim ML Anomaly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Black-Box ML (Paid)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 (Threshold Alerts)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(Isolation Forest)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Controlled A/B Experimentation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(Pre/Post OGI %)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Virtual User Load Simulation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Separate Add-on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Yes (10-200 Concurrent)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Tail Latency (P99) Decomposition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High Overhead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Trace Level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Aggregated Histogram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Query Latency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Full End-to-End Breakdown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End-to-End Multi-Service System Architecture &amp;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6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42032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542032" cy="4754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1. Monitored Target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Movie Recommendation APP-001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E-Commerce Catalog APP-002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Embedded Web Vitals SDK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Prometheus Metric Exporter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High-resolution latency probes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08760"/>
            <a:ext cx="2542032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508760"/>
            <a:ext cx="2542032" cy="4754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2. Platform Backend (Node.js)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0312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JWT Auth &amp; Multi-Tenancy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Metric Ingestion Pipeline (REST)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Controlled Experiment Engine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Virtual User Load Generator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PostgreSQL &amp; Redis DB adapters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08760"/>
            <a:ext cx="2542032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1344" y="1508760"/>
            <a:ext cx="2542032" cy="4754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3. AI Analysis Engine (Python)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0312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FastAPI Microservice (Port 8000)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0-100 Bottleneck Classifier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0-100 Health Scorer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Scikit-Learn Isolation Forest ML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Confidence &amp; Anomaly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508760"/>
            <a:ext cx="2542032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06256" y="1508760"/>
            <a:ext cx="2542032" cy="4754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4. DevOps Observability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210312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React 18 + Vite SPA (Port 5173)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Live Health Score Gauges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Interactive Waterfall Gantt Chart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ML Anomaly Diagnostic Cards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Side-by-Side A/B Delta Viewer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DISTRIBUTED TELEMETRY FLOW: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Client Web Vitals &amp; HTTP Middleware -&gt; REST Metric Ingestion (Node.js) -&gt; Asynchronous Feature Extraction -&gt; Python FastAPI Isolation Forest -&gt; PostgreSQL Snapshot Storage -&gt; Real-Time WebSocket / REST Polling by React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4.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The 5-Layer Performance Optimization Model &amp; Inter-Tier Coupling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7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9728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Layer 1: Frontend Layer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DOM Virtualization &amp; Core Web Vitals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536192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Virtual windowing rendering only visible DOM nodes (react-window).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Eliminates layout thrashing and client main-thread jank.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Web Vitals tracking: Largest Contentful Paint (LCP &lt; 2.5s), Interaction to Next Paint (INP &lt; 200ms), TTFB.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423160"/>
            <a:ext cx="109728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Layer 2: Network Layer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Transport Multiplexing &amp; Payload Compression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496312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Brotli / Gzip stream compression slashing JSON payload sizes by &gt;85%.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HTTP/2 multiplexed streams eliminating head-of-line TCP blocking.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Edge caching headers (Cache-Control: public, max-age=3600, stale-while-revalidate).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109728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Segoe UI"/>
              </a:defRPr>
            </a:pPr>
            <a:r>
              <a:t>Layer 3: Backend Layer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Asynchronous Runtimes &amp; Lean DTO Projections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456432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Non-blocking asynchronous worker thread pools for CPU-intensive operations.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Lean DTO projection stripping unneeded entity relations before serialization.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Dual-tier caching architecture: L1 In-Memory LRU + L2 Distributed Redis.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343400"/>
            <a:ext cx="109728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"/>
              </a:defRPr>
            </a:pPr>
            <a:r>
              <a:t>Layer 4: Database Layer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B-Tree Composite Indexing &amp; Connection Pooling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416552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Composite B-Tree indexing reducing query complexity from O(N) to O(log N).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HikariCP / pg connection pooling eliminating 40ms TCP handshakes per query.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Batched indexed joins eliminating the notorious N+1 ORM query anti-pattern.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30352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394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Layer 5: Infrastructure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Container Health &amp; Resource Allocation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376672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Container CPU throttling and memory ceiling monitoring (cgroups v2).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Kubernetes Horizontal Pod Autoscaling (HPA) based on request rate and latency.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Host network socket buffer tuning and zero-downtime rolling deployments.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4.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Mathematical Formulations &amp; Quantitative Engineering Formulations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8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292608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1. Total Latency Decomposition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41148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29967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Consolas"/>
              </a:defRPr>
            </a:pPr>
            <a:r>
              <a:t>T_total = T_client_render + T_network_rtt + T_backend_exec + T_db_query + T_queue_wait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Deconstructs wall-clock latency into distinct additive spans. Cross-layer distributed tracing binds each segment to a specific architectural tier, allowing exact percentage latency attribution.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2834640"/>
            <a:ext cx="292608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Explainable 0-100 Application Health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00400"/>
            <a:ext cx="41148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18687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HealthScore = 0.30*S_latency + 0.20*S_avail + 0.20*S_db + 0.15*S_cache + 0.15*S_infra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83464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A normalized composite score (0-100) where each tier sub-score is bounded in [0, 100]. Prevents single-layer false negatives and gives engineering teams an instant operational gauge.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4023360"/>
            <a:ext cx="292608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3. Optimization Gain Index (OGI 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89120"/>
            <a:ext cx="41148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407407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OGI (%) = [ ( T_baseline - T_optimized ) / T_baseline ] ×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02336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Quantifies the net percentage efficiency gain achieved by an applied optimization experiment under identical synthetic concurrency and payload conditions.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400" y="5212080"/>
            <a:ext cx="2926080" cy="2926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Isolation Forest Anomaly Scoring Algorithm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577840"/>
            <a:ext cx="41148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7"/>
            <a:ext cx="3931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  <a:latin typeface="Consolas"/>
              </a:defRPr>
            </a:pPr>
            <a:r>
              <a:t>s(x, n) = 2^( - E(h(x)) / c(n) )    where c(n) = 2*ln(n - 1) + 0.5772156649 - 2(n - 1)/n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212080"/>
            <a:ext cx="6035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Calculates anomalousness based on tree isolation path depth E(h(x)). Scores close to 1 indicate definitive anomalies; scores &lt; 0.5 represent normal operating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4.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Dual-Engine Intelligence: Explainable Heuristics + Scikit-Learn Isolation Forest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9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Deterministic Rule-Based Bottleneck Classifier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Database Full Table Scan: Query duration &gt; 100ms or Rows Scanned / Rows Returned &gt; 10x -&gt; Generates alert with missing composite B-Tree index recommendation.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Backend Thread Starvation: API latency &gt;&gt; DB latency with Host CPU &gt; 80% -&gt; Flags synchronous blocking operations and suggests async worker threads.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Uncompressed Payload Bloat: HTTP response payload &gt; 50 KB without 'Content-Encoding: br/gzip' -&gt; Flags missing transport compression.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Connection Pool Starvation: Queue wait time &gt; 20ms with active pool connections at max capacity -&gt; Suggests connection pool expansion or connection lease tuning.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Cache Miss Inefficiency: Cache Hit Ratio &lt; 50% under repetitive GET endpoints -&gt; Recommends dual-tier Redis caching and TTL warming.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0876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0975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Scikit-Learn Isolation Forest ML Engine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Multi-Dimensional Feature Vector: Ingests 6 continuous telemetry metrics: x = [CPU %, Memory MB, API Latency, DB Latency, Error Rate, Cache Hit Ratio].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Unsupervised Tree Partitioning: Builds an ensemble of 100 isolation trees (iTrees). Anomalies require fewer random splits to isolate, yielding significantly shorter tree paths.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Contamination Factor &amp; Tuning: Configured with contamination=0.08, detecting subtle compound degradations that escape conventional static threshold rules.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Explainable Confidence Output: Outputs binary status (Normal vs Anomaly), continuous anomaly score [0.0, 1.0], and feature importance attribution.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Microservice Architecture: Exposed as high-performance async REST endpoints via Python FastAPI (sub-5ms inference latency).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5. WORK COMPLETED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Core Engineering Implementation: Microservices &amp; Observability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10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212080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Module 1: Platform Backend (Node.js/Express)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Complete REST API with JWT authentication and role-based access control.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Multi-tenant application registry (Register, update, activate target apps).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High-throughput metric ingestion pipeline recording snapshots with timestamps.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Controlled experiment engine managing A/B optimization runs.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Synthetic load generator simulating 10 to 200 concurrent virtual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508760"/>
            <a:ext cx="52120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8095" y="1508760"/>
            <a:ext cx="5212080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Module 2: AI Analysis Engine (Python FastAPI)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194767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Async REST microservice running Scikit-Learn Isolation Forest.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+ 0-100 Application Health Score calculator combining 5 weighted tier metrics.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+ 0-100 Bottleneck classifier generating heuristic root-cause explanations.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Live snapshot anomaly evaluation returning scores and remediation tips.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Swagger / OpenAPI documentation ready on port 8000.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212080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Module 3: DevOps Observability Dashboard (React)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React 18 + Vite frontend with modern dark-mode responsive design.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Real-time interactive Gantt waterfall decomposing total request spans.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Live Health Score radar/progress gauges with breakdown per layer.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ML Anomaly Diagnostic cards displaying anomaly probability and severity.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Built-in Academic Major Project Report generator (Markdown &amp; PDF ready).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3931920"/>
            <a:ext cx="52120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8095" y="3931920"/>
            <a:ext cx="5212080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Module 4: Persistence &amp; Infrastructure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0975" y="437083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PostgreSQL 16 relational database with fully normalized tables &amp; schema.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Redis 7.2 distributed caching layer with TTL eviction policies.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Docker Compose orchestration uniting frontend, backend, AI engine, and DBs.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Kubernetes YAML deployment &amp; service manifests with health probes.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+ High-resolution Prometheus metrics exporter (`process.hrtime.bigint`).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5. WORK COMPLETED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Realistic Testbed Application: Movie Recommendation System (APP-001)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11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REALISTIC EXPERIMENTAL TESTBED: The Movie Recommendation &amp; Catalog System (APP-001)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To rigorously test IMPOF under authentic production conditions, a full-stack target application was developed containing 100,000+ relational movie, rating, and user records. It includes an Interactive Optimization Lab with 4 toggleable optimization switches, enabling live Before/After benchmark experiments across 16 different optimization permutations.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254203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2542032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Switch 1: Database B-Tree Indexing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226771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Baseline: Full sequential table scan across 100,000 records (~31 ms per query).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Optimized: Composite B-Tree index on (genre, release_year, rating) reducing query time to 0.06 ms (99.9% faster).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Eliminates disk I/O bottlenecks and connection starvation.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697480"/>
            <a:ext cx="254203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56432" y="2697480"/>
            <a:ext cx="2542032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Switch 2: Caching &amp; Connection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291840"/>
            <a:ext cx="226771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Baseline: Cold unpooled TCP connections + zero caching (142 ms total latency).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Optimized: HikariCP pre-warmed connection pool + L1/L2 Redis caching with 30s TTL.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Subsequent queries served in 0.00 ms directly from in-memory cache.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697480"/>
            <a:ext cx="254203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1344" y="2697480"/>
            <a:ext cx="2542032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Switch 3: Lean DTO &amp; Brotli 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3291840"/>
            <a:ext cx="226771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Baseline: Raw JSON payload with deep nested entities (142.5 KB raw transfer size).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Optimized: Lean DTO projection + Brotli stream compression reducing payload to 3.8 KB (97.3% smaller).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Slashes network RTT and browser JSON parse duration.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2697480"/>
            <a:ext cx="254203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06256" y="2697480"/>
            <a:ext cx="2542032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Switch 4: Frontend DOM Virtualization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3291840"/>
            <a:ext cx="226771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Baseline: Rendering 500+ heavy movie DOM nodes simultaneously causing UI freeze (LCP: 2.8s).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Optimized: Virtual windowing rendering only currently visible elements (LCP: 0.6s).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Guarantees 60 FPS smooth scrolling and zero client main-thread jank.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5. WORK COMPLETED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Empirical Evaluation Results: 4-Stage Comparative Benchmark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12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Performance Metric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 Baseline (Raw)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 DB Only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 Backend + DB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4. Full IMPOF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Net Gain vs Baseline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Total Response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181.8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158.1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170.8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7.0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+96.1% (OGI)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Database Query Latency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31.0 ms (Full Scan)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0.06 ms (B-Tree)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0.06 ms (B-Tree)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0.00 ms (Cached)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99.9% Faster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Network Payload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142.5 KB (Raw)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142.5 KB (Raw)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18.2 KB (DTO)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3.8 KB (Compressed)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97.3% Smaller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Throughput (50 Users)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24.2 RPS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85.4 RPS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180.0 RPS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555.6 RPS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23.0x Capacity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Largest Contentful Paint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2.8 s (Poor)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2.4 s (Needs Imp)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1.5 s (Good)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0.6 s (Good)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4.6x Faster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App Health Score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25 / 100 (Critical)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48 / 100 (Fair)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72 / 100 (Good)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92 / 100 (Healthy)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+67 Points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6080760"/>
            <a:ext cx="10728655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089904"/>
            <a:ext cx="103628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EMPIRICAL PROOF: Applying optimizations to only one tier (DB only) yielded minimal total gain (+13%). Only holistic cross-layer tuning (Full IMPOF) unlocked 96.1% latency reduction and 23.0x throughput scaling.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5. WORK COMPLETED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Virtual User Load Testing &amp; Tail Latency (P50-P99) Stress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13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383280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P50 / P90 Tail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Baseline @ 50 Users: P50 = 175 ms, P90 = 340 ms.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IMPOF @ 50 Users: P50 = 5.2 ms, P90 = 9.8 ms.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97.1% reduction in standard request latency distribution.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Eliminates thread queue buildup in the Node.js event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3383280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P95 / P99 Extreme Outliers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Baseline @ 50 Users: P95 = 580 ms, P99 = 2,240 ms.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IMPOF @ 50 Users: P95 = 14.1 ms, P99 = 24.6 ms.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Unoptimized systems experience severe tail latency collapse under concurrent loads due to connection pool starvation.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IMPOF holds P99 well below the 50ms strict SLA threshold.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83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3383280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Throughput Saturation Curve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Baseline hits saturation cliff at only 25 concurrent users (24.2 RPS max).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Connection timeouts and 504 Gateway errors occur beyond 50 users in unoptimized state.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IMPOF scales linearly up to 200 concurrent users (&gt;550 RPS sustained).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Zero HTTP 5xx errors recorded during stress runs.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4160520"/>
          <a:ext cx="1072865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Concurrent Users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Baseline Latency (Mean)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Baseline P99 Tail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IMPOF Latency (Mean)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IMPOF P99 Tail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Throughput Gain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 Virtual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84.2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190.5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4.8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12.1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12.4x (210 RPS)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25 Virtual Users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142.0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480.2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5.9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18.4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18.2x (395 RPS)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50 Virtual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181.8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2,240.0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7.0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24.6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23.0x (555.6 RPS)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100 Virtual Users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Timeout / 504 Error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&gt; 5,000.0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11.2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42.0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Linear Scaling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6. FUTURE WORK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Project Milestones, Phased Technical Roadmap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Slide 14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31089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Phase 1: Core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Timeline: Weeks 1-12 (Achieved)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60020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Architected and deployed 5-tier telemetry collection pipeline.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Implemented Python FastAPI AI Engine with Isolation Forest and 0-100 Bottleneck Classifier.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Built React DevOps Observability Dashboard with real-time Gantt waterfall.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Conducted 4-stage empirical benchmark matrix demonstrating 96.1% latency reduction and 23.0x scaling.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834640"/>
            <a:ext cx="31089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Phase 2: Autonomous Auto-Remediation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Timeline: Weeks 13-18 (Next Phase)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8892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Implement automated closed-loop remediation actions triggered by high-confidence ML alerts.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Dynamic B-Tree composite index provisioning in PostgreSQL without manual DBA intervention.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Automated runtime adjustment of database connection pool leases and worker thread counts.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Self-healing cache warming triggers for frequently queried endpoints.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31089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Phase 3: Deep Reinforcement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"/>
              </a:defRPr>
            </a:pPr>
            <a:r>
              <a:t>Timeline: Weeks 19-24 (Advanced Research)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97764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Deploy a DRL agent (Deep Q-Network / PPO) to learn optimal cache eviction TTLs.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Context-aware prefetching of relational data based on historical user navigation patterns.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Intelligent query plan rewriting substituting costly nested subqueries with indexed CTEs.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Predictive horizontal pod scaling in Kubernetes anticipating flash crowd traffic.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5212080"/>
            <a:ext cx="310896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Phase 4: Kernel eBPF &amp; OTel Collector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2356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Timeline: Weeks 25-28 (Enterprise Packaging)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16636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Integrate eBPF (Extended Berkeley Packet Filter) probes for zero-overhead kernel-level socket tracing.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Full compatibility with OpenTelemetry (OTel) Collector and W3C standard trace exporters.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Multi-cluster Kubernetes Operator with Helm chart packaging for production enterprise deployment.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Publication of research findings in IEEE / ACM cloud computing and software engineering conferences.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7.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Summary of Deliverables, Academic Contributions &amp; Project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15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38328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A5E9"/>
                </a:solidFill>
                <a:latin typeface="Segoe UI"/>
              </a:defRPr>
            </a:pPr>
            <a:r>
              <a:t>Key Innovation &amp; Novelty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Replaced fragmented APM silos with an integrated 5-layer telemetry pipeline.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Unified W3C Trace ID propagation connecting frontend Web Vitals to DB query plans.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Pioneered dual-engine AI: explainable 0-100 heuristic scoring + Scikit-Learn Isolation Forest.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Integrated controlled A/B experiment runner with mathematical Optimization Gain Index (OGI 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338328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Empirical Validation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Proved that database-only tuning produces only minor overall improvement (+13%).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Demonstrated that full cross-layer optimization slashes latency by 96.1% (181.8ms to 7.0ms).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Multiplied system throughput by 23.0x under 50 concurrent virtual users (24.2 to 555.6 RPS).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Compressed network payloads by 97.3% and maintained sub-25ms P99 tail latencies.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338328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Academic &amp; Practical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Fulfills all engineering and theoretical requirements for the Academic Major Project.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Provides DevOps and SRE teams with an open-source, actionable, low-overhead APM framework.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Complete reproducible code base: Node.js, Python FastAPI, React, PostgreSQL, Docker.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Clear technical foundation established for Phase 2 autonomous auto-remediation.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ACADEMIC MAJOR PROJECT DEFENSE &amp; EVALUATION</a:t>
            </a:r>
          </a:p>
          <a:p>
            <a:pPr algn="ctr">
              <a:spcBef>
                <a:spcPts val="800"/>
              </a:spcBef>
              <a:defRPr sz="4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600"/>
              </a:spcBef>
              <a:defRPr sz="1700">
                <a:solidFill>
                  <a:srgbClr val="38BDF8"/>
                </a:solidFill>
                <a:latin typeface="Segoe UI"/>
              </a:defRPr>
            </a:pPr>
            <a:r>
              <a:t>Questions, Feedback &amp; Live System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931920"/>
            <a:ext cx="853409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4069080"/>
            <a:ext cx="81683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38BDF8"/>
                </a:solidFill>
                <a:latin typeface="Segoe UI"/>
              </a:defRPr>
            </a:pPr>
            <a:r>
              <a:t>Project Title: Integrated Multi-Layer Performance Optimization Framework for Web Applications (IMPOF)</a:t>
            </a:r>
          </a:p>
          <a:p>
            <a:pPr>
              <a:spcAft>
                <a:spcPts val="200"/>
              </a:spcAft>
              <a:defRPr sz="1050">
                <a:solidFill>
                  <a:srgbClr val="10B981"/>
                </a:solidFill>
                <a:latin typeface="Segoe UI"/>
              </a:defRPr>
            </a:pPr>
            <a:r>
              <a:t>Key Result: +96.1% Latency Reduction (OGI) • 23.0x Throughput Scaling • 97.3% Payload Slashed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DevOps Dashboard: http://localhost:5173  (React 18 + Vite Live Telemetry UI)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Platform Backend: http://localhost:5000  (Node.js / Express Ingestion &amp; Experiment Engine)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AI Analysis Engine: http://localhost:8000/docs  (Python FastAPI Isolation Forest Swagger)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Demo Target App: http://localhost:3000  (Movie Recommendation App with 100k Records)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IMPOF  -  Integrated Multi-Layer Performance Optimization Framework | Major Project Defense</a:t>
            </a:r>
          </a:p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4088</Words>
  <Application>Microsoft Office PowerPoint</Application>
  <PresentationFormat>Widescreen</PresentationFormat>
  <Paragraphs>418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EASHWAR 05</cp:lastModifiedBy>
  <cp:revision>2</cp:revision>
  <dcterms:created xsi:type="dcterms:W3CDTF">2013-01-27T09:14:16Z</dcterms:created>
  <dcterms:modified xsi:type="dcterms:W3CDTF">2026-10-07T09:10:50Z</dcterms:modified>
  <cp:category/>
</cp:coreProperties>
</file>